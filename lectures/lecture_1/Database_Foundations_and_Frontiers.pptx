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gXcvtDTgUG7yk7V8aEP5ocOuu9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2c04f0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2c04f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a2c04f028_0_0"/>
          <p:cNvSpPr txBox="1"/>
          <p:nvPr/>
        </p:nvSpPr>
        <p:spPr>
          <a:xfrm>
            <a:off x="-58250" y="2154950"/>
            <a:ext cx="16176600" cy="3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Introduction to Databases &amp; SQL</a:t>
            </a:r>
            <a:endParaRPr b="1" sz="3000"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i="1" sz="2500"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i="1" lang="en-US" sz="2500">
                <a:solidFill>
                  <a:schemeClr val="dk1"/>
                </a:solidFill>
              </a:rPr>
              <a:t>YSU, Data Science for Business</a:t>
            </a:r>
            <a:endParaRPr i="1" sz="2500"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i="1" sz="2500">
              <a:solidFill>
                <a:schemeClr val="dk1"/>
              </a:solidFill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2026.09.05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3509075" y="5809650"/>
            <a:ext cx="4135200" cy="3296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6103600" cy="897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/>
          <p:nvPr/>
        </p:nvSpPr>
        <p:spPr>
          <a:xfrm>
            <a:off x="6217375" y="6508550"/>
            <a:ext cx="1456200" cy="33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2423875" y="6508550"/>
            <a:ext cx="1456200" cy="33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50" y="76200"/>
            <a:ext cx="15954695" cy="89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